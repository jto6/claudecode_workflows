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2" r:id="rId2"/>
    <p:sldId id="273" r:id="rId3"/>
    <p:sldId id="274" r:id="rId4"/>
    <p:sldId id="275" r:id="rId5"/>
  </p:sldIdLst>
  <p:sldSz cx="9144000" cy="5143500" type="screen16x9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52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598" autoAdjust="0"/>
  </p:normalViewPr>
  <p:slideViewPr>
    <p:cSldViewPr snapToGrid="0">
      <p:cViewPr varScale="1">
        <p:scale>
          <a:sx n="160" d="100"/>
          <a:sy n="160" d="100"/>
        </p:scale>
        <p:origin x="176" y="256"/>
      </p:cViewPr>
      <p:guideLst>
        <p:guide orient="horz" pos="162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512" y="-90"/>
      </p:cViewPr>
      <p:guideLst>
        <p:guide orient="horz" pos="4652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D56EAE8-38CB-4EE5-8A34-F5F49B68F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7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74638" y="1108075"/>
            <a:ext cx="9845676" cy="5538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854" y="7016308"/>
            <a:ext cx="7436693" cy="6645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BED2394B-E06C-4DC9-BCC2-551C3DED9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2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253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146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687D7-76F0-8040-93B6-084C7529F854}"/>
              </a:ext>
            </a:extLst>
          </p:cNvPr>
          <p:cNvSpPr txBox="1"/>
          <p:nvPr userDrawn="1"/>
        </p:nvSpPr>
        <p:spPr>
          <a:xfrm>
            <a:off x="4705815" y="47801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5610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815B5F2-A5A7-1E49-BC30-BA3F759961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6851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 descr="A picture containing drawing, cup&#10;&#10;Description automatically generated">
            <a:extLst>
              <a:ext uri="{FF2B5EF4-FFF2-40B4-BE49-F238E27FC236}">
                <a16:creationId xmlns:a16="http://schemas.microsoft.com/office/drawing/2014/main" id="{7CC34E39-7310-7442-846F-66689DD005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68" y="4782676"/>
            <a:ext cx="1563597" cy="19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1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63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67503" y="444279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>
              <a:defRPr/>
            </a:pPr>
            <a:fld id="{B6C70261-DCF8-4A97-9502-E8EEF2364C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63C74-62AB-B64B-BCBB-0866ABE6E2D3}"/>
              </a:ext>
            </a:extLst>
          </p:cNvPr>
          <p:cNvCxnSpPr>
            <a:cxnSpLocks/>
          </p:cNvCxnSpPr>
          <p:nvPr userDrawn="1"/>
        </p:nvCxnSpPr>
        <p:spPr>
          <a:xfrm>
            <a:off x="0" y="4656947"/>
            <a:ext cx="89288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Box 31">
            <a:extLst>
              <a:ext uri="{FF2B5EF4-FFF2-40B4-BE49-F238E27FC236}">
                <a16:creationId xmlns:a16="http://schemas.microsoft.com/office/drawing/2014/main" id="{BBEA79FD-0CFB-464E-959F-0C18C604804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34013" y="4656947"/>
            <a:ext cx="2111375" cy="184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6179" tIns="38088" rIns="76179" bIns="3808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700" dirty="0">
                <a:cs typeface="+mn-cs"/>
              </a:rPr>
              <a:t>TI Confidential – Maximum Restrictions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6" r:id="rId2"/>
    <p:sldLayoutId id="2147483735" r:id="rId3"/>
    <p:sldLayoutId id="2147483750" r:id="rId4"/>
    <p:sldLayoutId id="2147483709" r:id="rId5"/>
    <p:sldLayoutId id="2147483711" r:id="rId6"/>
    <p:sldLayoutId id="2147483712" r:id="rId7"/>
    <p:sldLayoutId id="2147483713" r:id="rId8"/>
    <p:sldLayoutId id="2147483715" r:id="rId9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1" fontAlgn="base" hangingPunct="1">
        <a:spcBef>
          <a:spcPts val="667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530" indent="-137548" algn="l" rtl="0" eaLnBrk="1" fontAlgn="base" hangingPunct="1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168" indent="-194416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546" indent="-144163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441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8A065-9139-244A-86CE-7E7BF673F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82DED-767D-4547-AF13-5AC0A5F27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Subhead here</a:t>
            </a:r>
          </a:p>
          <a:p>
            <a:pPr eaLnBrk="1" hangingPunct="1"/>
            <a:r>
              <a:rPr lang="en-US" dirty="0"/>
              <a:t>Presenter’s Name</a:t>
            </a:r>
          </a:p>
          <a:p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BF4BDD6C-DF5D-6045-B8B0-A93D8BE4129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67500" y="4448217"/>
            <a:ext cx="2133600" cy="154782"/>
          </a:xfrm>
        </p:spPr>
        <p:txBody>
          <a:bodyPr/>
          <a:lstStyle/>
          <a:p>
            <a:fld id="{07B5736C-021E-4EDA-A2F9-FF199D20DBA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7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6735B1-405D-4CB5-0284-AFE9FE81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C6B6B-26C7-879D-53BD-8E9D4B4CB5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4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B4569D-1DA9-63F9-EA69-967ED659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17C4F0-B9F2-1B8D-1FBA-A23E92BB6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26ECD-29A1-ED64-6101-B2E29D283E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C52F08-588C-488E-A5AB-DF69250DE86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704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553D4D-D5D1-E5AF-3272-6CEA476C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D6BCEC-1491-9CD2-4495-DF6BA0DD1D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668611-6D2D-6837-56FC-EE6F404D46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54F7C-14B7-FB9A-80B1-84B20541C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50555"/>
      </p:ext>
    </p:extLst>
  </p:cSld>
  <p:clrMapOvr>
    <a:masterClrMapping/>
  </p:clrMapOvr>
</p:sld>
</file>

<file path=ppt/theme/theme1.xml><?xml version="1.0" encoding="utf-8"?>
<a:theme xmlns:a="http://schemas.openxmlformats.org/drawingml/2006/main" name="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96BD580E-6F22-4F5D-8769-507FDE954812}" vid="{1D2E9E20-B0E4-4C18-BA09-D713F0AFBEF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FinalPowerpoint</Template>
  <TotalTime>0</TotalTime>
  <Words>11</Words>
  <Application>Microsoft Macintosh PowerPoint</Application>
  <PresentationFormat>On-screen Show (16:9)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FinalPowerpoint</vt:lpstr>
      <vt:lpstr>Presentation title here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Boddikurapati, Sirish</dc:creator>
  <cp:keywords>Max Restrictions</cp:keywords>
  <cp:lastModifiedBy>Boddikurapati, Sirish</cp:lastModifiedBy>
  <cp:revision>1</cp:revision>
  <dcterms:created xsi:type="dcterms:W3CDTF">2026-02-20T04:37:45Z</dcterms:created>
  <dcterms:modified xsi:type="dcterms:W3CDTF">2026-02-20T04:38:27Z</dcterms:modified>
</cp:coreProperties>
</file>