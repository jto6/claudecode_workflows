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2" r:id="rId2"/>
    <p:sldId id="273" r:id="rId3"/>
    <p:sldId id="274" r:id="rId4"/>
    <p:sldId id="275" r:id="rId5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598" autoAdjust="0"/>
  </p:normalViewPr>
  <p:slideViewPr>
    <p:cSldViewPr snapToGrid="0">
      <p:cViewPr varScale="1">
        <p:scale>
          <a:sx n="160" d="100"/>
          <a:sy n="160" d="100"/>
        </p:scale>
        <p:origin x="176" y="256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512" y="-9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 userDrawn="1"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8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 userDrawn="1"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4013" y="4656947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 marL="0" marR="0" indent="0" algn="l" defTabSz="76179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/>
              <a:t>TI Information – Selective Disclosure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35" r:id="rId3"/>
    <p:sldLayoutId id="2147483750" r:id="rId4"/>
    <p:sldLayoutId id="2147483709" r:id="rId5"/>
    <p:sldLayoutId id="2147483711" r:id="rId6"/>
    <p:sldLayoutId id="2147483712" r:id="rId7"/>
    <p:sldLayoutId id="2147483713" r:id="rId8"/>
    <p:sldLayoutId id="2147483715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A065-9139-244A-86CE-7E7BF673F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82DED-767D-4547-AF13-5AC0A5F27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Subhead here</a:t>
            </a:r>
          </a:p>
          <a:p>
            <a:pPr eaLnBrk="1" hangingPunct="1"/>
            <a:r>
              <a:rPr lang="en-US" dirty="0"/>
              <a:t>Presenter’s Name</a:t>
            </a:r>
          </a:p>
          <a:p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BF4BDD6C-DF5D-6045-B8B0-A93D8BE4129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8217"/>
            <a:ext cx="2133600" cy="154782"/>
          </a:xfrm>
        </p:spPr>
        <p:txBody>
          <a:bodyPr/>
          <a:lstStyle/>
          <a:p>
            <a:fld id="{07B5736C-021E-4EDA-A2F9-FF199D20DBA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532154-53AA-E6B0-ECB1-241595AB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2E0B8-0FB3-22E7-797E-9520776EB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6F20E-3C90-3B80-BBDB-7BADC87FF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17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1D4A70-28A4-1D48-9C04-A045D9B9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E6E-DAF6-DB87-E8A0-327C3AA98C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83F51A-6639-298D-A0C5-953AF4026C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5B8DF-4B81-72C9-2F33-C706C4729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2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12D8B5-C337-1199-B9FF-18E51A08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E8D46-BB83-3217-A043-10E4A0F35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3548F6-AAA9-4A8D-A869-511B3DFE325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57116"/>
      </p:ext>
    </p:extLst>
  </p:cSld>
  <p:clrMapOvr>
    <a:masterClrMapping/>
  </p:clrMapOvr>
</p:sld>
</file>

<file path=ppt/theme/theme1.xml><?xml version="1.0" encoding="utf-8"?>
<a:theme xmlns:a="http://schemas.openxmlformats.org/drawingml/2006/main" name="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21DEEB12-3F7F-4BE3-B768-E7C36D2DAFC2}" vid="{F211C862-33B5-4D62-9C83-03F82420E1F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FinalPowerpoint</Template>
  <TotalTime>0</TotalTime>
  <Words>11</Words>
  <Application>Microsoft Macintosh PowerPoint</Application>
  <PresentationFormat>On-screen Show (16:9)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FinalPowerpoint</vt:lpstr>
      <vt:lpstr>Presentation title here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Boddikurapati, Sirish</dc:creator>
  <cp:keywords>Selective Disclosure</cp:keywords>
  <cp:lastModifiedBy>Boddikurapati, Sirish</cp:lastModifiedBy>
  <cp:revision>2</cp:revision>
  <dcterms:created xsi:type="dcterms:W3CDTF">2026-02-20T04:35:23Z</dcterms:created>
  <dcterms:modified xsi:type="dcterms:W3CDTF">2026-02-20T04:36:21Z</dcterms:modified>
</cp:coreProperties>
</file>