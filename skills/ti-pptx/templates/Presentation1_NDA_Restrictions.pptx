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2" r:id="rId2"/>
    <p:sldId id="273" r:id="rId3"/>
    <p:sldId id="274" r:id="rId4"/>
    <p:sldId id="275" r:id="rId5"/>
  </p:sldIdLst>
  <p:sldSz cx="9144000" cy="5143500" type="screen16x9"/>
  <p:notesSz cx="9296400" cy="14770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52">
          <p15:clr>
            <a:srgbClr val="A4A3A4"/>
          </p15:clr>
        </p15:guide>
        <p15:guide id="2" pos="29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598" autoAdjust="0"/>
  </p:normalViewPr>
  <p:slideViewPr>
    <p:cSldViewPr snapToGrid="0">
      <p:cViewPr varScale="1">
        <p:scale>
          <a:sx n="160" d="100"/>
          <a:sy n="160" d="100"/>
        </p:scale>
        <p:origin x="176" y="256"/>
      </p:cViewPr>
      <p:guideLst>
        <p:guide orient="horz" pos="162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512" y="-90"/>
      </p:cViewPr>
      <p:guideLst>
        <p:guide orient="horz" pos="4652"/>
        <p:guide pos="29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8D56EAE8-38CB-4EE5-8A34-F5F49B68F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07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74638" y="1108075"/>
            <a:ext cx="9845676" cy="55387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9854" y="7016308"/>
            <a:ext cx="7436693" cy="6645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BED2394B-E06C-4DC9-BCC2-551C3DED9A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5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5362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6253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7146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687D7-76F0-8040-93B6-084C7529F854}"/>
              </a:ext>
            </a:extLst>
          </p:cNvPr>
          <p:cNvSpPr txBox="1"/>
          <p:nvPr userDrawn="1"/>
        </p:nvSpPr>
        <p:spPr>
          <a:xfrm>
            <a:off x="4705815" y="47801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610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815B5F2-A5A7-1E49-BC30-BA3F759961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685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 descr="A picture containing drawing, cup&#10;&#10;Description automatically generated">
            <a:extLst>
              <a:ext uri="{FF2B5EF4-FFF2-40B4-BE49-F238E27FC236}">
                <a16:creationId xmlns:a16="http://schemas.microsoft.com/office/drawing/2014/main" id="{7CC34E39-7310-7442-846F-66689DD005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68" y="4782676"/>
            <a:ext cx="1563597" cy="19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1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8" y="786357"/>
            <a:ext cx="8467725" cy="3709449"/>
          </a:xfrm>
        </p:spPr>
        <p:txBody>
          <a:bodyPr/>
          <a:lstStyle>
            <a:lvl1pPr>
              <a:spcBef>
                <a:spcPts val="667"/>
              </a:spcBef>
              <a:defRPr/>
            </a:lvl1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5" y="889398"/>
            <a:ext cx="4157663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4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7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8"/>
          </a:xfrm>
        </p:spPr>
        <p:txBody>
          <a:bodyPr/>
          <a:lstStyle>
            <a:lvl1pPr marL="0" indent="0">
              <a:buNone/>
              <a:defRPr sz="1700"/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07163"/>
            <a:ext cx="8458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8" y="794149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67503" y="4442792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pPr>
              <a:defRPr/>
            </a:pPr>
            <a:fld id="{B6C70261-DCF8-4A97-9502-E8EEF2364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663C74-62AB-B64B-BCBB-0866ABE6E2D3}"/>
              </a:ext>
            </a:extLst>
          </p:cNvPr>
          <p:cNvCxnSpPr>
            <a:cxnSpLocks/>
          </p:cNvCxnSpPr>
          <p:nvPr userDrawn="1"/>
        </p:nvCxnSpPr>
        <p:spPr>
          <a:xfrm>
            <a:off x="0" y="4656947"/>
            <a:ext cx="89288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1">
            <a:extLst>
              <a:ext uri="{FF2B5EF4-FFF2-40B4-BE49-F238E27FC236}">
                <a16:creationId xmlns:a16="http://schemas.microsoft.com/office/drawing/2014/main" id="{BBEA79FD-0CFB-464E-959F-0C18C604804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4013" y="4646685"/>
            <a:ext cx="2111375" cy="18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6179" tIns="38088" rIns="76179" bIns="3808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700" dirty="0">
                <a:cs typeface="+mn-cs"/>
              </a:rPr>
              <a:t>TI Confidential – NDA Restrictions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6" r:id="rId2"/>
    <p:sldLayoutId id="2147483735" r:id="rId3"/>
    <p:sldLayoutId id="2147483750" r:id="rId4"/>
    <p:sldLayoutId id="2147483709" r:id="rId5"/>
    <p:sldLayoutId id="2147483711" r:id="rId6"/>
    <p:sldLayoutId id="2147483712" r:id="rId7"/>
    <p:sldLayoutId id="2147483713" r:id="rId8"/>
    <p:sldLayoutId id="2147483715" r:id="rId9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380895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6pPr>
      <a:lvl7pPr marL="76179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7pPr>
      <a:lvl8pPr marL="114268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8pPr>
      <a:lvl9pPr marL="15235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9pPr>
    </p:titleStyle>
    <p:bodyStyle>
      <a:lvl1pPr marL="189124" indent="-189124" algn="l" rtl="0" eaLnBrk="1" fontAlgn="base" hangingPunct="1">
        <a:spcBef>
          <a:spcPts val="667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78763" indent="-194416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711530" indent="-137548" algn="l" rtl="0" eaLnBrk="1" fontAlgn="base" hangingPunct="1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001168" indent="-194416" algn="l" rtl="0" eaLnBrk="1" fontAlgn="base" hangingPunct="1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240546" indent="-144163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1621441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6pPr>
      <a:lvl7pPr marL="2002336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7pPr>
      <a:lvl8pPr marL="2383230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8pPr>
      <a:lvl9pPr marL="2764124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5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9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2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6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A065-9139-244A-86CE-7E7BF673F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82DED-767D-4547-AF13-5AC0A5F27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Subhead here</a:t>
            </a:r>
          </a:p>
          <a:p>
            <a:pPr eaLnBrk="1" hangingPunct="1"/>
            <a:r>
              <a:rPr lang="en-US" dirty="0"/>
              <a:t>Presenter’s Name</a:t>
            </a:r>
          </a:p>
          <a:p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BF4BDD6C-DF5D-6045-B8B0-A93D8BE4129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67500" y="4448217"/>
            <a:ext cx="2133600" cy="154782"/>
          </a:xfrm>
        </p:spPr>
        <p:txBody>
          <a:bodyPr/>
          <a:lstStyle/>
          <a:p>
            <a:fld id="{07B5736C-021E-4EDA-A2F9-FF199D20DBA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76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442857-CFAE-B59F-8ACF-CD2A13E08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0B824-A2FC-CD21-0E0F-2ADB6C26DF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95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00ED478-5EE3-A735-4C35-1EC70DD93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271ABF9-A847-8F97-E298-26097D4BAA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816908E-D94F-2633-D01C-C99C105F54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30F3CD-6571-F93B-FBF4-34782A00E4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C52F08-588C-488E-A5AB-DF69250DE86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05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9402049-A1D9-3FC9-97A3-0B8F1A2A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D7CD4B6-D66C-246B-97A5-6F24BD2E0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8FC33F-65DB-543D-5DF2-FF07995D86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3548F6-AAA9-4A8D-A869-511B3DFE325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73685"/>
      </p:ext>
    </p:extLst>
  </p:cSld>
  <p:clrMapOvr>
    <a:masterClrMapping/>
  </p:clrMapOvr>
</p:sld>
</file>

<file path=ppt/theme/theme1.xml><?xml version="1.0" encoding="utf-8"?>
<a:theme xmlns:a="http://schemas.openxmlformats.org/drawingml/2006/main" name="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8631CA30-24D9-4364-9488-FDB07E7FECF5}" vid="{48BA85CE-0C6B-49C4-A166-2FCF3F2F44D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FinalPowerpoint</Template>
  <TotalTime>2</TotalTime>
  <Words>11</Words>
  <Application>Microsoft Macintosh PowerPoint</Application>
  <PresentationFormat>On-screen Show (16:9)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FinalPowerpoint</vt:lpstr>
      <vt:lpstr>Presentation title here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Boddikurapati, Sirish</dc:creator>
  <cp:keywords>NDA Restrictions</cp:keywords>
  <cp:lastModifiedBy>Boddikurapati, Sirish</cp:lastModifiedBy>
  <cp:revision>2</cp:revision>
  <dcterms:created xsi:type="dcterms:W3CDTF">2026-02-19T05:37:02Z</dcterms:created>
  <dcterms:modified xsi:type="dcterms:W3CDTF">2026-02-19T05:43:52Z</dcterms:modified>
</cp:coreProperties>
</file>